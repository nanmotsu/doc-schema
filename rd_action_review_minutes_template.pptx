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69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66928" y="6473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R&amp;D Action Review / Minutes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469880" y="647395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© Internal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アクションレビュ</a:t>
            </a: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議事録兼 報告資料テンプレート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前回アクションごとに「前提・期待・結果・解釈・判断」を残し、次のアクションへつなげるための型です。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508760" cy="310896"/>
          </a:xfrm>
          <a:prstGeom prst="rect">
            <a:avLst/>
          </a:prstGeom>
          <a:solidFill>
            <a:srgbClr val="E9F0FF"/>
          </a:solidFill>
          <a:ln>
            <a:solidFill>
              <a:srgbClr val="E9F0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会議基本情報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会議名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11680" y="21031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例：第○回 R&amp;D進捗共有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035040" y="21031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開催日時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0" y="21031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YYYY/MM/DD HH:MM〜HH:MM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25603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今回決めたいことを1行で書く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035040" y="25603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対象期間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0" y="25603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前回会議後〜今回会議まで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30175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参加者名／役割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欠席・共有先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0" y="30175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後で共有する相手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対象アクション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34747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 / AP-02 / AP-03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35040" y="34747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34747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最終判断する人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使用資料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39319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ログ、数値、画面、実験ノート等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035040" y="39319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議事録作成者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39319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記録担当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今回のゴール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4389120"/>
            <a:ext cx="4023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継続／中止／深掘り／横展開などの判断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035040" y="4389120"/>
            <a:ext cx="1463040" cy="45720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次回会議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0" y="4389120"/>
            <a:ext cx="411480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予定日時／未定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8640" y="5193792"/>
            <a:ext cx="11064240" cy="731520"/>
          </a:xfrm>
          <a:prstGeom prst="rect">
            <a:avLst/>
          </a:prstGeom>
          <a:solidFill>
            <a:srgbClr val="FFFBEA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使い方：この1枚目を議事録の表紙にします。会議後に「今回のゴール」「決定者」「次回会議」まで埋めると、報告資料としてもそのまま残せます。</a:t>
            </a:r>
            <a:endParaRPr lang="en-US" sz="10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本日の進め方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R&amp;D共有の基本フロー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475488" cy="475488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161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前回アクション確認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60520" y="117043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何をやる約束だったか。目的・担当・期限・完了条件を確認する。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" y="1673352"/>
            <a:ext cx="0" cy="310896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85800" y="2130552"/>
            <a:ext cx="475488" cy="475488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488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前提・期待の再確認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215798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なぜそれをやったのか。想定される結果と成功基準を明確にする。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23544" y="2660904"/>
            <a:ext cx="0" cy="310896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118104"/>
            <a:ext cx="475488" cy="475488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1363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結果と差分の確認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60520" y="314553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実際に何が起きたか。期待との差分、ログ、数値、観察事実を分ける。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" y="3648456"/>
            <a:ext cx="0" cy="310896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105656"/>
            <a:ext cx="475488" cy="475488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1239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解釈・判断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60520" y="413308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続ける／やめる／条件変更／別案へ移る、のどれかを決める。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3544" y="4636008"/>
            <a:ext cx="0" cy="310896"/>
          </a:xfrm>
          <a:prstGeom prst="line">
            <a:avLst/>
          </a:prstGeom>
          <a:noFill/>
          <a:ln w="15240">
            <a:solidFill>
              <a:srgbClr val="CBD2D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85800" y="5093208"/>
            <a:ext cx="475488" cy="475488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51114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次回アクション化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60520" y="51206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誰が、いつまでに、何を確認するかを表で残す。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6099048"/>
            <a:ext cx="10698480" cy="411480"/>
          </a:xfrm>
          <a:prstGeom prst="rect">
            <a:avLst/>
          </a:prstGeom>
          <a:solidFill>
            <a:srgbClr val="E3FCE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ポイント：「やったこと」ではなく、「何を確かめたかったのか」「期待と違ったのか」「次にどう判断するのか」を残す。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前回アクション一覧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まず3件を俯瞰する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68580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242316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前回決定したアクション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611880" y="1115568"/>
            <a:ext cx="224028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目的・問い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852160" y="1115568"/>
            <a:ext cx="91440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766560" y="1115568"/>
            <a:ext cx="86868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635240" y="1115568"/>
            <a:ext cx="182880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完了条件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464040" y="1115568"/>
            <a:ext cx="224028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今回判断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188720" y="157276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611880" y="157276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何を確かめる？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852160" y="1572768"/>
            <a:ext cx="914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6766560" y="1572768"/>
            <a:ext cx="868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35240" y="1572768"/>
            <a:ext cx="18288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何が出たら完了？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464040" y="157276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継続/中止/変更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2212848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AP-02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188720" y="221284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611880" y="221284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何を確かめる？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852160" y="2212848"/>
            <a:ext cx="914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766560" y="2212848"/>
            <a:ext cx="868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635240" y="2212848"/>
            <a:ext cx="18288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何が出たら完了？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464040" y="221284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継続/中止/変更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02920" y="2852928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AP-03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188720" y="2852928"/>
            <a:ext cx="24231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611880" y="285292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何を確かめる？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852160" y="2852928"/>
            <a:ext cx="9144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766560" y="2852928"/>
            <a:ext cx="8686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7635240" y="2852928"/>
            <a:ext cx="18288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何が出たら完了？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464040" y="2852928"/>
            <a:ext cx="224028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継続/中止/変更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548640" y="3886200"/>
            <a:ext cx="11064240" cy="594360"/>
          </a:xfrm>
          <a:prstGeom prst="rect">
            <a:avLst/>
          </a:prstGeom>
          <a:solidFill>
            <a:srgbClr val="FFFBEA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ここで前回の約束を固定します。後続スライドは AP-01〜AP-03 それぞれを1〜2枚でレビューします。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1005840" y="4754880"/>
            <a:ext cx="2011680" cy="32004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今回の判断区分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3017520" y="4754880"/>
            <a:ext cx="3657600" cy="32004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675120" y="4754880"/>
            <a:ext cx="4480560" cy="32004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次に必要なこと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1005840" y="5074920"/>
            <a:ext cx="2011680" cy="301752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3017520" y="5074920"/>
            <a:ext cx="36576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期待どおり、または有望。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6675120" y="5074920"/>
            <a:ext cx="44805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条件を固定して次の確認へ。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1005840" y="5376672"/>
            <a:ext cx="2011680" cy="301752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条件変更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3017520" y="5376672"/>
            <a:ext cx="36576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前提や条件が不十分。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675120" y="5376672"/>
            <a:ext cx="44805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再実験条件を明確にする。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1005840" y="5678424"/>
            <a:ext cx="2011680" cy="301752"/>
          </a:xfrm>
          <a:prstGeom prst="rect">
            <a:avLst/>
          </a:prstGeom>
          <a:solidFill>
            <a:srgbClr val="FFE3E3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中止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3017520" y="5678424"/>
            <a:ext cx="365760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期待に合わない、効果が薄い。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675120" y="5678424"/>
            <a:ext cx="4480560" cy="3017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中止理由と代替案を残す。</a:t>
            </a:r>
            <a:endParaRPr lang="en-US" sz="88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 結果サマリー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1枚運用：前提と期待まで見える形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822960" cy="310896"/>
          </a:xfrm>
          <a:prstGeom prst="rect">
            <a:avLst/>
          </a:prstGeom>
          <a:solidFill>
            <a:srgbClr val="E9F0FF"/>
          </a:solidFill>
          <a:ln>
            <a:solidFill>
              <a:srgbClr val="E9F0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アクション名：［記入］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1060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今回の結論：［継続／条件変更／中止／保留］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19659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2888" y="1508760"/>
            <a:ext cx="90525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記入内容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32888" y="1828800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このアクションを行う前提。例：対象ユーザー、環境、既知の制約、前回決定事項。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2888" y="2304288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何を明らかにしたいか。例：この方法で○○を短縮できるか。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1965960" cy="52120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期待結果／成功基準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2888" y="277977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想定される結果。例：処理時間30%削減、手戻り減少、利用者が迷わない、など。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66928" y="3300984"/>
            <a:ext cx="1965960" cy="47548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3300984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実際にやったこと。手順・対象・条件・期間を簡潔に。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66928" y="3776472"/>
            <a:ext cx="1965960" cy="52120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実測結果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2888" y="3776472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観察事実、数値、ログ、スクリーンショット、反応。解釈と混ぜない。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66928" y="4297680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4297680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期待どおり／一部違う／想定外。差分の大きさと理由候補。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" y="4818888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4818888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結果から何が言えるか。まだ言えないことも書く。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5340096"/>
            <a:ext cx="1965960" cy="521208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534009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継続／条件変更／中止／保留。理由と次の一手を1行で。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11018520" cy="384048"/>
          </a:xfrm>
          <a:prstGeom prst="rect">
            <a:avLst/>
          </a:prstGeom>
          <a:solidFill>
            <a:srgbClr val="EEE5F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発表時はこの1枚だけで説明できます。詳細な根拠が必要な場合だけ、次の「詳細エビデンス」スライドを使います。</a:t>
            </a:r>
            <a:endParaRPr lang="en-US" sz="10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 詳細エビデンス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2枚運用：根拠・ログ・論点を残す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32588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実験・確認条件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411480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426464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対象データ／対象ユーザー／対象機能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819656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検証環境、バージョン、データ条件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212848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手順の要約。再現できる粒度で。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606040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今回の結果に影響しうる制約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263640" y="1097280"/>
            <a:ext cx="14173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根拠・エビデンス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680960" y="1097280"/>
            <a:ext cx="39319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値／観察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263640" y="1426464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1426464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例：時間、件数、エラー率、精度、コスト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263640" y="1819656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1819656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ログID、保存場所、抜粋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画面・成果物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2212848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スクショ名、ファイル名、URL、出力物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ユーザー反応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2606040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観察、ヒアリング、困った点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18288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差分・論点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77440" y="3429000"/>
            <a:ext cx="50292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06640" y="3429000"/>
            <a:ext cx="420624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48640" y="3776472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776472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何が想定と違ったか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06640" y="3776472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原因仮説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未確認事項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4215384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まだ分からないこと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406640" y="4215384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48640" y="4654296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654296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導入・運用・品質・費用のリスク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406640" y="4654296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回避策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48640" y="5093208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会議で決めたいこと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77440" y="5093208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意思決定が必要な論点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406640" y="5093208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決定／保留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3FCE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このスライドは議事録として価値が出ます。結果だけでなく「なぜそう判断したか」を後から追えるようにします。</a:t>
            </a:r>
            <a:endParaRPr lang="en-US" sz="10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AP-02 結果サマリー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1枚運用：前提と期待まで見える形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822960" cy="310896"/>
          </a:xfrm>
          <a:prstGeom prst="rect">
            <a:avLst/>
          </a:prstGeom>
          <a:solidFill>
            <a:srgbClr val="E9F0FF"/>
          </a:solidFill>
          <a:ln>
            <a:solidFill>
              <a:srgbClr val="E9F0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アクション名：［記入］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1060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今回の結論：［継続／条件変更／中止／保留］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19659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2888" y="1508760"/>
            <a:ext cx="90525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記入内容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32888" y="1828800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このアクションを行う前提。例：対象ユーザー、環境、既知の制約、前回決定事項。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2888" y="2304288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何を明らかにしたいか。例：この方法で○○を短縮できるか。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1965960" cy="52120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期待結果／成功基準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2888" y="277977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想定される結果。例：処理時間30%削減、手戻り減少、利用者が迷わない、など。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66928" y="3300984"/>
            <a:ext cx="1965960" cy="47548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3300984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実際にやったこと。手順・対象・条件・期間を簡潔に。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66928" y="3776472"/>
            <a:ext cx="1965960" cy="52120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実測結果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2888" y="3776472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観察事実、数値、ログ、スクリーンショット、反応。解釈と混ぜない。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66928" y="4297680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4297680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期待どおり／一部違う／想定外。差分の大きさと理由候補。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" y="4818888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4818888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結果から何が言えるか。まだ言えないことも書く。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5340096"/>
            <a:ext cx="1965960" cy="521208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534009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継続／条件変更／中止／保留。理由と次の一手を1行で。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11018520" cy="384048"/>
          </a:xfrm>
          <a:prstGeom prst="rect">
            <a:avLst/>
          </a:prstGeom>
          <a:solidFill>
            <a:srgbClr val="EEE5F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発表時はこの1枚だけで説明できます。詳細な根拠が必要な場合だけ、次の「詳細エビデンス」スライドを使います。</a:t>
            </a:r>
            <a:endParaRPr lang="en-US" sz="10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AP-02 詳細エビデンス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2枚運用：根拠・ログ・論点を残す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32588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実験・確認条件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411480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426464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対象データ／対象ユーザー／対象機能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819656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検証環境、バージョン、データ条件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212848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手順の要約。再現できる粒度で。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606040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今回の結果に影響しうる制約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263640" y="1097280"/>
            <a:ext cx="14173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根拠・エビデンス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680960" y="1097280"/>
            <a:ext cx="39319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値／観察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263640" y="1426464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1426464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例：時間、件数、エラー率、精度、コスト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263640" y="1819656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1819656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ログID、保存場所、抜粋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画面・成果物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2212848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スクショ名、ファイル名、URL、出力物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ユーザー反応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2606040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観察、ヒアリング、困った点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18288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差分・論点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77440" y="3429000"/>
            <a:ext cx="50292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06640" y="3429000"/>
            <a:ext cx="420624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48640" y="3776472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776472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何が想定と違ったか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06640" y="3776472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原因仮説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未確認事項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4215384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まだ分からないこと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406640" y="4215384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48640" y="4654296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654296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導入・運用・品質・費用のリスク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406640" y="4654296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回避策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48640" y="5093208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会議で決めたいこと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77440" y="5093208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意思決定が必要な論点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406640" y="5093208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決定／保留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3FCE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このスライドは議事録として価値が出ます。結果だけでなく「なぜそう判断したか」を後から追えるようにします。</a:t>
            </a:r>
            <a:endParaRPr lang="en-US" sz="10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AP-03 結果サマリー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1枚運用：前提と期待まで見える形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822960" cy="310896"/>
          </a:xfrm>
          <a:prstGeom prst="rect">
            <a:avLst/>
          </a:prstGeom>
          <a:solidFill>
            <a:srgbClr val="E9F0FF"/>
          </a:solidFill>
          <a:ln>
            <a:solidFill>
              <a:srgbClr val="E9F0FF">
                <a:alpha val="0"/>
              </a:srgbClr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1060704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アクション名：［記入］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10607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366C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今回の結論：［継続／条件変更／中止／保留］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508760"/>
            <a:ext cx="19659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32888" y="1508760"/>
            <a:ext cx="9052560" cy="320040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記入内容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32888" y="1828800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このアクションを行う前提。例：対象ユーザー、環境、既知の制約、前回決定事項。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1965960" cy="47548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32888" y="2304288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何を明らかにしたいか。例：この方法で○○を短縮できるか。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1965960" cy="521208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期待結果／成功基準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32888" y="277977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想定される結果。例：処理時間30%削減、手戻り減少、利用者が迷わない、など。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66928" y="3300984"/>
            <a:ext cx="1965960" cy="47548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実施内容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3300984"/>
            <a:ext cx="905256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実際にやったこと。手順・対象・条件・期間を簡潔に。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66928" y="3776472"/>
            <a:ext cx="1965960" cy="52120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実測結果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2888" y="3776472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観察事実、数値、ログ、スクリーンショット、反応。解釈と混ぜない。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66928" y="4297680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4297680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期待どおり／一部違う／想定外。差分の大きさと理由候補。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66928" y="4818888"/>
            <a:ext cx="1965960" cy="521208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32888" y="4818888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結果から何が言えるか。まだ言えないことも書く。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6928" y="5340096"/>
            <a:ext cx="1965960" cy="521208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532888" y="5340096"/>
            <a:ext cx="905256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継続／条件変更／中止／保留。理由と次の一手を1行で。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11018520" cy="384048"/>
          </a:xfrm>
          <a:prstGeom prst="rect">
            <a:avLst/>
          </a:prstGeom>
          <a:solidFill>
            <a:srgbClr val="EEE5F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発表時はこの1枚だけで説明できます。詳細な根拠が必要な場合だけ、次の「詳細エビデンス」スライドを使います。</a:t>
            </a:r>
            <a:endParaRPr lang="en-US" sz="10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AP-03 詳細エビデンス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2枚運用：根拠・ログ・論点を残す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32588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実験・確認条件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874520" y="1097280"/>
            <a:ext cx="411480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426464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対象データ／対象ユーザー／対象機能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74520" y="1819656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検証環境、バージョン、データ条件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2212848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手順の要約。再現できる粒度で。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48640" y="2606040"/>
            <a:ext cx="132588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2606040"/>
            <a:ext cx="411480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今回の結果に影響しうる制約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263640" y="1097280"/>
            <a:ext cx="14173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根拠・エビデンス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680960" y="1097280"/>
            <a:ext cx="3931920" cy="329184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値／観察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263640" y="1426464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1426464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例：時間、件数、エラー率、精度、コスト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263640" y="1819656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0" y="1819656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ログID、保存場所、抜粋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画面・成果物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2212848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スクショ名、ファイル名、URL、出力物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1417320" cy="39319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ユーザー反応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2606040"/>
            <a:ext cx="3931920" cy="39319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観察、ヒアリング、困った点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48640" y="3429000"/>
            <a:ext cx="18288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差分・論点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377440" y="3429000"/>
            <a:ext cx="502920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406640" y="3429000"/>
            <a:ext cx="4206240" cy="34747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548640" y="3776472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期待との差分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776472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何が想定と違ったか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406640" y="3776472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原因仮説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48640" y="4215384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未確認事項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4215384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まだ分からないこと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406640" y="4215384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48640" y="4654296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654296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導入・運用・品質・費用のリスク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7406640" y="4654296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回避策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48640" y="5093208"/>
            <a:ext cx="1828800" cy="43891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会議で決めたいこと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77440" y="5093208"/>
            <a:ext cx="502920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意思決定が必要な論点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406640" y="5093208"/>
            <a:ext cx="4206240" cy="43891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決定／保留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solidFill>
            <a:srgbClr val="E3FCE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このスライドは議事録として価値が出ます。結果だけでなく「なぜそう判断したか」を後から追えるようにします。</a:t>
            </a:r>
            <a:endParaRPr lang="en-US" sz="102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横断まとめ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3件を並べて判断する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685800" cy="41148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2788920" cy="41148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前提・期待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977640" y="1051560"/>
            <a:ext cx="2788920" cy="41148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実際の結果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6766560" y="1051560"/>
            <a:ext cx="1600200" cy="41148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8366760" y="1051560"/>
            <a:ext cx="3337560" cy="41148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次に活かすこと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AP-01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期待結果を1行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977640" y="146304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結果を1行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6766560" y="1463040"/>
            <a:ext cx="1600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継続/変更/中止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366760" y="1463040"/>
            <a:ext cx="33375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次の学び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AP-02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1188720" y="210312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期待結果を1行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977640" y="210312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結果を1行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766560" y="2103120"/>
            <a:ext cx="1600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継続/変更/中止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366760" y="2103120"/>
            <a:ext cx="33375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次の学び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685800" cy="640080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AP-03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1188720" y="274320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期待結果を1行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977640" y="2743200"/>
            <a:ext cx="278892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結果を1行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766560" y="2743200"/>
            <a:ext cx="160020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継続/変更/中止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366760" y="2743200"/>
            <a:ext cx="3337560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次の学び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2194560" cy="457200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今回の総合判断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17520" y="4160520"/>
            <a:ext cx="83667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例：AP-01は継続、AP-02は条件変更、AP-03は中止。次回は○○に集中する。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2194560" cy="457200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判断理由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4617720"/>
            <a:ext cx="83667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最も重要な根拠を2〜3点。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2194560" cy="457200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経営・現場への影響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17520" y="5074920"/>
            <a:ext cx="83667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工数、費用、品質、利用者影響、運用負荷など。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22960" y="5806440"/>
            <a:ext cx="10561320" cy="438912"/>
          </a:xfrm>
          <a:prstGeom prst="rect">
            <a:avLst/>
          </a:prstGeom>
          <a:solidFill>
            <a:srgbClr val="EEE5F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最後に「次回は何に集中するのか」を1文で決めます。報告資料ではこの1枚が要約になります。</a:t>
            </a:r>
            <a:endParaRPr lang="en-US" sz="10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次回アクションプラン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会議後に動ける形へ落とす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68580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1097280" y="1051560"/>
            <a:ext cx="228600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次回アクション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214884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目的・問い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5532120" y="1051560"/>
            <a:ext cx="233172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期待結果／成功基準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863840" y="1051560"/>
            <a:ext cx="86868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732520" y="1051560"/>
            <a:ext cx="82296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555480" y="1051560"/>
            <a:ext cx="2240280" cy="457200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11480" y="1508760"/>
            <a:ext cx="685800" cy="731520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NA-01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97280" y="1508760"/>
            <a:ext cx="22860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3383280" y="150876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何を明らかにする？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23317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何が出たら成功？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7863840" y="1508760"/>
            <a:ext cx="8686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8732520" y="1508760"/>
            <a:ext cx="8229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555480" y="1508760"/>
            <a:ext cx="22402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何で確認する？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411480" y="2240280"/>
            <a:ext cx="685800" cy="731520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NA-02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22860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383280" y="224028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何を明らかにする？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532120" y="2240280"/>
            <a:ext cx="23317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何が出たら成功？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863840" y="2240280"/>
            <a:ext cx="8686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732520" y="2240280"/>
            <a:ext cx="8229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555480" y="2240280"/>
            <a:ext cx="22402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何で確認する？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11480" y="2971800"/>
            <a:ext cx="685800" cy="731520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NA-03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097280" y="2971800"/>
            <a:ext cx="228600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［記入］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3383280" y="2971800"/>
            <a:ext cx="214884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何を明らかにする？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5532120" y="2971800"/>
            <a:ext cx="233172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何が出たら成功？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863840" y="2971800"/>
            <a:ext cx="8686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732520" y="2971800"/>
            <a:ext cx="82296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9555480" y="2971800"/>
            <a:ext cx="2240280" cy="731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何で確認する？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77240" y="4434840"/>
            <a:ext cx="2377440" cy="42976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次回までの重点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54680" y="4434840"/>
            <a:ext cx="8229600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例：検証条件を固定して、AP-01の効果確認に集中する。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777240" y="4864608"/>
            <a:ext cx="2377440" cy="42976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共有・承認が必要な相手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54680" y="4864608"/>
            <a:ext cx="8229600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例：管理者、現場スタッフ、経営陣、開発担当など。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777240" y="5294376"/>
            <a:ext cx="2377440" cy="429768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次回会議で見る資料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54680" y="5294376"/>
            <a:ext cx="8229600" cy="429768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例：ログ、比較表、画面、作業時間、ユーザー反応、費用試算。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solidFill>
            <a:srgbClr val="FFFBEA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次回アクションには必ず「期待結果／成功基準」を入れます。これが次回レビューの前提になります。</a:t>
            </a:r>
            <a:endParaRPr lang="en-US" sz="102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議事メモ・未決事項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595360" y="3291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会議録として残す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1508760" cy="43891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区分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2011680" y="1051560"/>
            <a:ext cx="5486400" cy="43891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7498080" y="1051560"/>
            <a:ext cx="1234440" cy="43891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732520" y="1051560"/>
            <a:ext cx="1051560" cy="43891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期限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9784080" y="1051560"/>
            <a:ext cx="1920240" cy="438912"/>
          </a:xfrm>
          <a:prstGeom prst="rect">
            <a:avLst/>
          </a:prstGeom>
          <a:solidFill>
            <a:srgbClr val="3366CC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1508760" cy="530352"/>
          </a:xfrm>
          <a:prstGeom prst="rect">
            <a:avLst/>
          </a:prstGeom>
          <a:solidFill>
            <a:srgbClr val="E3FCE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決定事項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490472"/>
            <a:ext cx="5486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今回決まったこと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498080" y="1490472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8732520" y="1490472"/>
            <a:ext cx="1051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9784080" y="1490472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2020824"/>
            <a:ext cx="1508760" cy="530352"/>
          </a:xfrm>
          <a:prstGeom prst="rect">
            <a:avLst/>
          </a:prstGeom>
          <a:solidFill>
            <a:srgbClr val="FFFBEA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保留事項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020824"/>
            <a:ext cx="5486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決めきれなかったこと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498080" y="2020824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8732520" y="2020824"/>
            <a:ext cx="1051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784080" y="2020824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保留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551176"/>
            <a:ext cx="1508760" cy="530352"/>
          </a:xfrm>
          <a:prstGeom prst="rect">
            <a:avLst/>
          </a:prstGeom>
          <a:solidFill>
            <a:srgbClr val="E9F0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確認事項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551176"/>
            <a:ext cx="5486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追加で調べること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498080" y="2551176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8732520" y="2551176"/>
            <a:ext cx="1051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784080" y="2551176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確認中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02920" y="3081528"/>
            <a:ext cx="1508760" cy="530352"/>
          </a:xfrm>
          <a:prstGeom prst="rect">
            <a:avLst/>
          </a:prstGeom>
          <a:solidFill>
            <a:srgbClr val="FFE3E3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3081528"/>
            <a:ext cx="5486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懸念点、事故りそうな点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498080" y="3081528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8732520" y="3081528"/>
            <a:ext cx="1051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9784080" y="3081528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要対応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3611880"/>
            <a:ext cx="1508760" cy="530352"/>
          </a:xfrm>
          <a:prstGeom prst="rect">
            <a:avLst/>
          </a:prstGeom>
          <a:solidFill>
            <a:srgbClr val="EDF2F7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共有事項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11680" y="3611880"/>
            <a:ext cx="54864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関係者へ共有する内容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498080" y="3611880"/>
            <a:ext cx="12344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8732520" y="3611880"/>
            <a:ext cx="1051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9784080" y="3611880"/>
            <a:ext cx="192024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CBD2D9"/>
            </a:solidFill>
          </a:ln>
        </p:spPr>
        <p:txBody>
          <a:bodyPr wrap="square" lIns="699" tIns="699" rIns="699" bIns="699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共有待ち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685800" y="4800600"/>
            <a:ext cx="10835640" cy="502920"/>
          </a:xfrm>
          <a:prstGeom prst="rect">
            <a:avLst/>
          </a:prstGeom>
          <a:solidFill>
            <a:srgbClr val="E3FCEF"/>
          </a:solidFill>
          <a:ln w="7620">
            <a:solidFill>
              <a:srgbClr val="E4CC8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議事録として使う場合は、会議中にこの表だけでも埋めておくと後から迷いません。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85800" y="562356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43B5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次回冒頭で確認すること：［記入］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B8794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1227</Words>
  <Application>Microsoft Office PowerPoint</Application>
  <PresentationFormat>ワイド画面</PresentationFormat>
  <Paragraphs>400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Yu 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研究開発アクションレビュー 議事録兼報告テンプレート</dc:title>
  <dc:subject>R&amp;D action plan review meeting template</dc:subject>
  <dc:creator>OpenAI</dc:creator>
  <cp:lastModifiedBy>下井 竜太郎</cp:lastModifiedBy>
  <cp:revision>3</cp:revision>
  <dcterms:created xsi:type="dcterms:W3CDTF">2026-06-11T09:32:04Z</dcterms:created>
  <dcterms:modified xsi:type="dcterms:W3CDTF">2026-06-14T12:54:37Z</dcterms:modified>
</cp:coreProperties>
</file>